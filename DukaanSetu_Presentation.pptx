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ome.png"/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5181B">
              <a:alpha val="60000"/>
            </a:srgbClr>
          </a:solidFill>
          <a:ln w="12700">
            <a:solidFill>
              <a:srgbClr val="15181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365760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🛍️ DukaanSetu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20040" y="960120"/>
            <a:ext cx="40233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Digital Bridge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Customers.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20040" y="2834640"/>
            <a:ext cx="3931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ultimate multi-tenant PaaS platform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Indian shopkeepers.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3840480"/>
            <a:ext cx="960120" cy="320040"/>
          </a:xfrm>
          <a:prstGeom prst="roundRect">
            <a:avLst>
              <a:gd name="adj" fmla="val 14286"/>
            </a:avLst>
          </a:prstGeom>
          <a:solidFill>
            <a:srgbClr val="25C16F">
              <a:alpha val="20000"/>
            </a:srgbClr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3840480"/>
            <a:ext cx="960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Next.js 16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344168" y="3840480"/>
            <a:ext cx="960120" cy="320040"/>
          </a:xfrm>
          <a:prstGeom prst="roundRect">
            <a:avLst>
              <a:gd name="adj" fmla="val 14286"/>
            </a:avLst>
          </a:prstGeom>
          <a:solidFill>
            <a:srgbClr val="25C16F">
              <a:alpha val="20000"/>
            </a:srgbClr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44168" y="3840480"/>
            <a:ext cx="960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Prisma ORM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68296" y="3840480"/>
            <a:ext cx="960120" cy="320040"/>
          </a:xfrm>
          <a:prstGeom prst="roundRect">
            <a:avLst>
              <a:gd name="adj" fmla="val 14286"/>
            </a:avLst>
          </a:prstGeom>
          <a:solidFill>
            <a:srgbClr val="25C16F">
              <a:alpha val="20000"/>
            </a:srgbClr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68296" y="3840480"/>
            <a:ext cx="960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Vercel PaaS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92424" y="3840480"/>
            <a:ext cx="960120" cy="320040"/>
          </a:xfrm>
          <a:prstGeom prst="roundRect">
            <a:avLst>
              <a:gd name="adj" fmla="val 14286"/>
            </a:avLst>
          </a:prstGeom>
          <a:solidFill>
            <a:srgbClr val="25C16F">
              <a:alpha val="20000"/>
            </a:srgbClr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92424" y="3840480"/>
            <a:ext cx="960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WhatsApp Commerce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dukaansetu-xi.vercel.app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 We're Solving</a:t>
            </a:r>
            <a:endParaRPr lang="en-US" sz="2800" dirty="0"/>
          </a:p>
        </p:txBody>
      </p:sp>
      <p:pic>
        <p:nvPicPr>
          <p:cNvPr id="4" name="Image 0" descr="/mnt/user-data/uploads/about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1143000"/>
            <a:ext cx="420624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143000"/>
            <a:ext cx="1325880" cy="1188720"/>
          </a:xfrm>
          <a:prstGeom prst="rect">
            <a:avLst/>
          </a:prstGeom>
          <a:solidFill>
            <a:srgbClr val="E8F9F1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46320" y="118872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63M+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846320" y="1828800"/>
            <a:ext cx="1325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Indian MSMEs still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offline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09360" y="1143000"/>
            <a:ext cx="1325880" cy="1188720"/>
          </a:xfrm>
          <a:prstGeom prst="rect">
            <a:avLst/>
          </a:prstGeom>
          <a:solidFill>
            <a:srgbClr val="E8F9F1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18872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₹40T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309360" y="1828800"/>
            <a:ext cx="1325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Retail market not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digitized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0" y="1143000"/>
            <a:ext cx="1325880" cy="1188720"/>
          </a:xfrm>
          <a:prstGeom prst="rect">
            <a:avLst/>
          </a:prstGeom>
          <a:solidFill>
            <a:srgbClr val="E8F9F1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118872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772400" y="1828800"/>
            <a:ext cx="1325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platform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kirana stores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46320" y="24688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Solution: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46320" y="2834640"/>
            <a:ext cx="41148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DukaanSetu</a:t>
            </a:r>
            <a:r>
              <a:rPr lang="en-US" sz="13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bridges the digital gap for India's local shops — a full-stack PaaS with storefronts, orders, WhatsApp commerce, and a digital ledger, all in one platform.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F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Fresh Quality Products   ✅ Direct WhatsApp Ordering   ✅ Fast Local Delivery   ✅ Best Market Prices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Multi-tenant SaaS — one platform, hundreds of local storefronts</a:t>
            </a:r>
            <a:endParaRPr lang="en-US" sz="1300" dirty="0"/>
          </a:p>
        </p:txBody>
      </p:sp>
      <p:pic>
        <p:nvPicPr>
          <p:cNvPr id="5" name="Image 0" descr="/mnt/user-data/uploads/shop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654050"/>
            <a:ext cx="8503920" cy="3735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9100" y="4586605"/>
            <a:ext cx="8503920" cy="502920"/>
          </a:xfrm>
          <a:prstGeom prst="rect">
            <a:avLst/>
          </a:prstGeom>
          <a:solidFill>
            <a:srgbClr val="15181B">
              <a:alpha val="85000"/>
            </a:srgbClr>
          </a:solidFill>
          <a:ln w="12700">
            <a:solidFill>
              <a:srgbClr val="15181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0220" y="4640580"/>
            <a:ext cx="8503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🏪 Fresh Bites Bakery  ·  ⚡ Electro Hive  ·  👗 Fashion Fiesta  ·  🛒 Modern Supermart  ·  💊 NovaCare Pharmacy  ·  🥦 Kirana King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181B"/>
          </a:solidFill>
          <a:ln w="12700">
            <a:solidFill>
              <a:srgbClr val="1518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Merchant Onboarding</a:t>
            </a:r>
            <a:endParaRPr lang="en-US" sz="2600" dirty="0"/>
          </a:p>
        </p:txBody>
      </p:sp>
      <p:pic>
        <p:nvPicPr>
          <p:cNvPr id="4" name="Image 0" descr="/mnt/user-data/uploads/admin_homepag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4320" y="960120"/>
            <a:ext cx="420624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97764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🔐 Merchant Login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74320" y="4297680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login with Remember 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Forgot Password flow</a:t>
            </a:r>
            <a:endParaRPr lang="en-US" sz="1100" dirty="0"/>
          </a:p>
        </p:txBody>
      </p:sp>
      <p:pic>
        <p:nvPicPr>
          <p:cNvPr id="7" name="Image 1" descr="/mnt/user-data/uploads/regist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63440" y="960120"/>
            <a:ext cx="4206240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397764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Store Registration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663440" y="4297680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Multi-step onboarding: store info,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GPS capture, doc uploads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44568" y="960120"/>
            <a:ext cx="54864" cy="29260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503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Platform-wide oversight: approve stores, review documents, track revenue</a:t>
            </a:r>
            <a:endParaRPr lang="en-US" sz="1200" dirty="0"/>
          </a:p>
        </p:txBody>
      </p:sp>
      <p:pic>
        <p:nvPicPr>
          <p:cNvPr id="5" name="Image 0" descr="/mnt/user-data/uploads/admin_platform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5760" y="1051560"/>
            <a:ext cx="841248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663440"/>
            <a:ext cx="2011680" cy="411480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66344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 Total Stores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87168" y="4663440"/>
            <a:ext cx="2011680" cy="411480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87168" y="466344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 Active Stores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08576" y="4663440"/>
            <a:ext cx="2011680" cy="411480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08576" y="466344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 Pending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29984" y="4663440"/>
            <a:ext cx="2011680" cy="411480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9984" y="466344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₹4,52,000  Revenue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Inventory Management</a:t>
            </a:r>
            <a:endParaRPr lang="en-US" sz="2600" dirty="0"/>
          </a:p>
        </p:txBody>
      </p:sp>
      <p:pic>
        <p:nvPicPr>
          <p:cNvPr id="4" name="Image 0" descr="/mnt/user-data/uploads/kirana_store_products_2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7160" y="822960"/>
            <a:ext cx="5227320" cy="3291840"/>
          </a:xfrm>
          <a:prstGeom prst="rect">
            <a:avLst/>
          </a:prstGeom>
        </p:spPr>
      </p:pic>
      <p:pic>
        <p:nvPicPr>
          <p:cNvPr id="5" name="Image 1" descr="/mnt/user-data/uploads/kirana_store_add_products_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23560" y="914400"/>
            <a:ext cx="3246120" cy="2722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4251960"/>
            <a:ext cx="0" cy="0"/>
          </a:xfrm>
          <a:prstGeom prst="ellipse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4252051"/>
            <a:ext cx="0" cy="0"/>
          </a:xfrm>
          <a:prstGeom prst="ellipse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4252143"/>
            <a:ext cx="0" cy="0"/>
          </a:xfrm>
          <a:prstGeom prst="ellipse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4252234"/>
            <a:ext cx="0" cy="0"/>
          </a:xfrm>
          <a:prstGeom prst="ellipse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4320" y="4252326"/>
            <a:ext cx="0" cy="0"/>
          </a:xfrm>
          <a:prstGeom prst="ellipse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446270"/>
            <a:ext cx="8595360" cy="6972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filter + sort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Import / Export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URL or file upload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SKU auto-generated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Soft-delete (recoverable)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&amp; WhatsApp Commerce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3200400" cy="36576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pic>
        <p:nvPicPr>
          <p:cNvPr id="4" name="Image 0" descr="/mnt/user-data/uploads/kirana_orders_4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914400"/>
            <a:ext cx="5486400" cy="3108960"/>
          </a:xfrm>
          <a:prstGeom prst="rect">
            <a:avLst/>
          </a:prstGeom>
        </p:spPr>
      </p:pic>
      <p:pic>
        <p:nvPicPr>
          <p:cNvPr id="5" name="Image 1" descr="/mnt/user-data/uploads/order_confirmation.jpe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89320" y="914400"/>
            <a:ext cx="2834640" cy="31089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4114800"/>
            <a:ext cx="5486400" cy="457200"/>
          </a:xfrm>
          <a:prstGeom prst="rect">
            <a:avLst/>
          </a:prstGeom>
          <a:solidFill>
            <a:srgbClr val="15181B"/>
          </a:solidFill>
          <a:ln w="12700">
            <a:solidFill>
              <a:srgbClr val="15181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411480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Full Order Lifecycle: PENDING → DELIVERED → CANCELLED + Invoice Print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989320" y="4114800"/>
            <a:ext cx="2834640" cy="4572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89320" y="4114800"/>
            <a:ext cx="2834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 Real WhatsApp Order Confirmation Message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payment gateway fees. Orders go straight to merchant WhatsApp — keeping commerce local.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181B"/>
          </a:solidFill>
          <a:ln w="12700">
            <a:solidFill>
              <a:srgbClr val="1518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Database &amp; Udhar Ledger</a:t>
            </a:r>
            <a:endParaRPr lang="en-US" sz="2500" dirty="0"/>
          </a:p>
        </p:txBody>
      </p:sp>
      <p:pic>
        <p:nvPicPr>
          <p:cNvPr id="4" name="Image 0" descr="/mnt/user-data/uploads/kirana_customers_8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4320" y="914400"/>
            <a:ext cx="5303520" cy="2743200"/>
          </a:xfrm>
          <a:prstGeom prst="rect">
            <a:avLst/>
          </a:prstGeom>
        </p:spPr>
      </p:pic>
      <p:pic>
        <p:nvPicPr>
          <p:cNvPr id="5" name="Image 1" descr="/mnt/user-data/uploads/kirana_customers_entry_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15000" y="914400"/>
            <a:ext cx="315468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3794760"/>
            <a:ext cx="2057400" cy="1005840"/>
          </a:xfrm>
          <a:prstGeom prst="rect">
            <a:avLst/>
          </a:prstGeom>
          <a:solidFill>
            <a:srgbClr val="E8F9F1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384048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Auto-aggregated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74320" y="4160520"/>
            <a:ext cx="2057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auto-built from order history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450592" y="3794760"/>
            <a:ext cx="2057400" cy="1005840"/>
          </a:xfrm>
          <a:prstGeom prst="rect">
            <a:avLst/>
          </a:prstGeom>
          <a:solidFill>
            <a:srgbClr val="E8F9F1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450592" y="384048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📒 Udhar Tracking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450592" y="4160520"/>
            <a:ext cx="2057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CREDIT/DEBIT ledger — digital khata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26864" y="3794760"/>
            <a:ext cx="2057400" cy="1005840"/>
          </a:xfrm>
          <a:prstGeom prst="rect">
            <a:avLst/>
          </a:prstGeom>
          <a:solidFill>
            <a:srgbClr val="E8F9F1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26864" y="384048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Search &amp; Filter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26864" y="4160520"/>
            <a:ext cx="2057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Name/phone search in real-time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803136" y="3794760"/>
            <a:ext cx="2057400" cy="1005840"/>
          </a:xfrm>
          <a:prstGeom prst="rect">
            <a:avLst/>
          </a:prstGeom>
          <a:solidFill>
            <a:srgbClr val="E8F9F1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03136" y="384048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Revenue per Customer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803136" y="4160520"/>
            <a:ext cx="2057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+ total spend at a glance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Profile &amp; Contact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business identity management — from GST to GPS coordinates</a:t>
            </a:r>
            <a:endParaRPr lang="en-US" sz="1200" dirty="0"/>
          </a:p>
        </p:txBody>
      </p:sp>
      <p:pic>
        <p:nvPicPr>
          <p:cNvPr id="5" name="Image 0" descr="/mnt/user-data/uploads/kirana_profile_1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15595" y="1051560"/>
            <a:ext cx="4681220" cy="3093085"/>
          </a:xfrm>
          <a:prstGeom prst="rect">
            <a:avLst/>
          </a:prstGeom>
        </p:spPr>
      </p:pic>
      <p:pic>
        <p:nvPicPr>
          <p:cNvPr id="6" name="Image 1" descr="/mnt/user-data/uploads/contact_info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03875" y="525145"/>
            <a:ext cx="3174365" cy="40925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38912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🏪  Business Identity (name, slug, category)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📍  Location Details (address, city, state, pincode)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 Verification Documents (trade license, shop front, 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 Account Security (email, password change)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📧  Newsletter + Contact Inquiry System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 &amp;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modern full-stack tooling, deployed as PaaS on Vercel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600200" cy="868680"/>
          </a:xfrm>
          <a:prstGeom prst="rect">
            <a:avLst/>
          </a:prstGeom>
          <a:solidFill>
            <a:srgbClr val="1E2022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Next.js 16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1600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Router + Server Actions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39112" y="1234440"/>
            <a:ext cx="1600200" cy="868680"/>
          </a:xfrm>
          <a:prstGeom prst="rect">
            <a:avLst/>
          </a:prstGeom>
          <a:solidFill>
            <a:srgbClr val="1E2022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1280160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19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39112" y="1664208"/>
            <a:ext cx="1600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Components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58184" y="1234440"/>
            <a:ext cx="1600200" cy="868680"/>
          </a:xfrm>
          <a:prstGeom prst="rect">
            <a:avLst/>
          </a:prstGeom>
          <a:solidFill>
            <a:srgbClr val="1E2022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1280160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Prisma 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58184" y="1664208"/>
            <a:ext cx="1600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 Schema + Queries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77256" y="1234440"/>
            <a:ext cx="1600200" cy="868680"/>
          </a:xfrm>
          <a:prstGeom prst="rect">
            <a:avLst/>
          </a:prstGeom>
          <a:solidFill>
            <a:srgbClr val="1E2022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77256" y="1280160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Vercel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77256" y="1664208"/>
            <a:ext cx="1600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PaaS Deployment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96328" y="1234440"/>
            <a:ext cx="1600200" cy="868680"/>
          </a:xfrm>
          <a:prstGeom prst="rect">
            <a:avLst/>
          </a:prstGeom>
          <a:solidFill>
            <a:srgbClr val="1E2022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6328" y="1280160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SweetAlert2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96328" y="1664208"/>
            <a:ext cx="1600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Modals + Alerts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377440"/>
            <a:ext cx="1508760" cy="822960"/>
          </a:xfrm>
          <a:prstGeom prst="rect">
            <a:avLst/>
          </a:prstGeom>
          <a:solidFill>
            <a:srgbClr val="25C16F">
              <a:alpha val="80000"/>
            </a:srgbClr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377440"/>
            <a:ext cx="1508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1️⃣ Register Store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47088" y="2743200"/>
            <a:ext cx="182880" cy="73152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39112" y="2377440"/>
            <a:ext cx="1508760" cy="822960"/>
          </a:xfrm>
          <a:prstGeom prst="rect">
            <a:avLst/>
          </a:prstGeom>
          <a:solidFill>
            <a:srgbClr val="25C16F">
              <a:alpha val="80000"/>
            </a:srgbClr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39112" y="2377440"/>
            <a:ext cx="1508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2️⃣ Admin Approves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2743200"/>
            <a:ext cx="182880" cy="73152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58184" y="2377440"/>
            <a:ext cx="1508760" cy="822960"/>
          </a:xfrm>
          <a:prstGeom prst="rect">
            <a:avLst/>
          </a:prstGeom>
          <a:solidFill>
            <a:srgbClr val="25C16F">
              <a:alpha val="80000"/>
            </a:srgbClr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58184" y="2377440"/>
            <a:ext cx="1508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3️⃣ Add Products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85232" y="2743200"/>
            <a:ext cx="182880" cy="73152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77256" y="2377440"/>
            <a:ext cx="1508760" cy="822960"/>
          </a:xfrm>
          <a:prstGeom prst="rect">
            <a:avLst/>
          </a:prstGeom>
          <a:solidFill>
            <a:srgbClr val="25C16F">
              <a:alpha val="80000"/>
            </a:srgbClr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77256" y="2377440"/>
            <a:ext cx="1508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4️⃣ Customers Order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WhatsApp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04304" y="2743200"/>
            <a:ext cx="182880" cy="73152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96328" y="2377440"/>
            <a:ext cx="1508760" cy="822960"/>
          </a:xfrm>
          <a:prstGeom prst="rect">
            <a:avLst/>
          </a:prstGeom>
          <a:solidFill>
            <a:srgbClr val="25C16F">
              <a:alpha val="80000"/>
            </a:srgbClr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2377440"/>
            <a:ext cx="1508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5️⃣ Manage Orders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Ledger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34290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C1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Models: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" y="3794760"/>
            <a:ext cx="1115568" cy="347472"/>
          </a:xfrm>
          <a:prstGeom prst="roundRect">
            <a:avLst>
              <a:gd name="adj" fmla="val 10526"/>
            </a:avLst>
          </a:prstGeom>
          <a:solidFill>
            <a:srgbClr val="1E2022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794760"/>
            <a:ext cx="1115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554480" y="3794760"/>
            <a:ext cx="1115568" cy="347472"/>
          </a:xfrm>
          <a:prstGeom prst="roundRect">
            <a:avLst>
              <a:gd name="adj" fmla="val 10526"/>
            </a:avLst>
          </a:prstGeom>
          <a:solidFill>
            <a:srgbClr val="1E2022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54480" y="3794760"/>
            <a:ext cx="1115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88920" y="3794760"/>
            <a:ext cx="1115568" cy="347472"/>
          </a:xfrm>
          <a:prstGeom prst="roundRect">
            <a:avLst>
              <a:gd name="adj" fmla="val 10526"/>
            </a:avLst>
          </a:prstGeom>
          <a:solidFill>
            <a:srgbClr val="1E2022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88920" y="3794760"/>
            <a:ext cx="1115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023360" y="3794760"/>
            <a:ext cx="1115568" cy="347472"/>
          </a:xfrm>
          <a:prstGeom prst="roundRect">
            <a:avLst>
              <a:gd name="adj" fmla="val 10526"/>
            </a:avLst>
          </a:prstGeom>
          <a:solidFill>
            <a:srgbClr val="1E2022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0" y="3794760"/>
            <a:ext cx="1115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57800" y="3794760"/>
            <a:ext cx="1115568" cy="347472"/>
          </a:xfrm>
          <a:prstGeom prst="roundRect">
            <a:avLst>
              <a:gd name="adj" fmla="val 10526"/>
            </a:avLst>
          </a:prstGeom>
          <a:solidFill>
            <a:srgbClr val="1E2022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3794760"/>
            <a:ext cx="1115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Ledger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92240" y="3794760"/>
            <a:ext cx="1115568" cy="347472"/>
          </a:xfrm>
          <a:prstGeom prst="roundRect">
            <a:avLst>
              <a:gd name="adj" fmla="val 10526"/>
            </a:avLst>
          </a:prstGeom>
          <a:solidFill>
            <a:srgbClr val="1E2022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794760"/>
            <a:ext cx="1115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726680" y="3794760"/>
            <a:ext cx="1115568" cy="347472"/>
          </a:xfrm>
          <a:prstGeom prst="roundRect">
            <a:avLst>
              <a:gd name="adj" fmla="val 10526"/>
            </a:avLst>
          </a:prstGeom>
          <a:solidFill>
            <a:srgbClr val="1E2022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26680" y="3794760"/>
            <a:ext cx="1115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Inquiry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5C16F"/>
          </a:solidFill>
          <a:ln w="12700">
            <a:solidFill>
              <a:srgbClr val="25C16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4663440"/>
            <a:ext cx="877824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 Live at: dukaansetu-xi.vercel.app   ·   GitHub: github.com/ayeshamaniyar26/DUKAANSETU   ·   Built by Ayesha Maniyar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2570</Words>
  <Application>WPS Presentation</Application>
  <PresentationFormat>On-screen Show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DukaanSetu - Your Digital Bridge to Customers</dc:title>
  <dc:creator>PptxGenJS</dc:creator>
  <dc:subject>PptxGenJS Presentation</dc:subject>
  <cp:lastModifiedBy>Ayesha Maniyar</cp:lastModifiedBy>
  <cp:revision>2</cp:revision>
  <dcterms:created xsi:type="dcterms:W3CDTF">2026-04-27T03:41:00Z</dcterms:created>
  <dcterms:modified xsi:type="dcterms:W3CDTF">2026-04-27T17:48:16Z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BA3048DAA64246B5BDF594D6D26803C9_13</vt:lpwstr>
  </property>
  <property fmtid="{D5CDD505-2E9C-101B-9397-08002B2CF9AE}" pid="3" name="KSOProductBuildVer">
    <vt:lpwstr>1033-12.1.0.25242</vt:lpwstr>
  </property>
</Properties>
</file>